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98" y="2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584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177" y="3703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66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Cost adjustments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93177" y="7772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8EDF5"/>
          </a:solidFill>
          <a:ln w="19050">
            <a:solidFill>
              <a:srgbClr val="44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3177" y="850392"/>
            <a:ext cx="19202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Observed tariffs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3177" y="1126998"/>
            <a:ext cx="19202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electricity prices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582097" y="7772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8EDF5"/>
          </a:solidFill>
          <a:ln w="19050">
            <a:solidFill>
              <a:srgbClr val="44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82097" y="850392"/>
            <a:ext cx="19202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Cost-recovery prices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82097" y="1126998"/>
            <a:ext cx="19202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LRMC at opportunity cost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71017" y="7772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DCE4F2"/>
          </a:solidFill>
          <a:ln w="19050">
            <a:solidFill>
              <a:srgbClr val="446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71017" y="850392"/>
            <a:ext cx="19202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Efficiency-adjusted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71017" y="1126998"/>
            <a:ext cx="19202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+ grid reliability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9993" y="1165860"/>
            <a:ext cx="795528" cy="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9993" y="818388"/>
            <a:ext cx="795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subsidies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8913" y="1165860"/>
            <a:ext cx="795528" cy="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38913" y="818388"/>
            <a:ext cx="795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Penalize weak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3177" y="16642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Costs, ranks, regimes change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82097" y="16642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Costs, ranks, regimes change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71017" y="16642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466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cost ranking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31137" y="1861281"/>
            <a:ext cx="0" cy="1170432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04289" y="2185416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trade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frictions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3177" y="2688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A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Trade friction adjustments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71017" y="30632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EF5EC"/>
          </a:solidFill>
          <a:ln w="19050">
            <a:solidFill>
              <a:srgbClr val="AA66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71017" y="3136392"/>
            <a:ext cx="19202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Bilateral sovereignty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71017" y="3412998"/>
            <a:ext cx="19202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Geopolitical + regulatory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sanctions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82097" y="30632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EF5EC"/>
          </a:solidFill>
          <a:ln w="19050">
            <a:solidFill>
              <a:srgbClr val="AA66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82097" y="3136392"/>
            <a:ext cx="19202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Uniform sovereignty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82097" y="3412998"/>
            <a:ext cx="192024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 = 0.10 for all pairs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38913" y="3451860"/>
            <a:ext cx="795528" cy="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38913" y="3104388"/>
            <a:ext cx="795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71017" y="3950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regimes change;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B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costs and ranks unchanged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82097" y="3950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Confirms bilateral result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not knife-edge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82</Words>
  <Application>Microsoft Office PowerPoint</Application>
  <PresentationFormat>On-screen Show (16:9)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Calibration Strategy</dc:title>
  <dc:subject>PptxGenJS Presentation</dc:subject>
  <dc:creator>Michael Lokshin</dc:creator>
  <cp:lastModifiedBy>Fel'dsher Gun'kin</cp:lastModifiedBy>
  <cp:revision>2</cp:revision>
  <dcterms:created xsi:type="dcterms:W3CDTF">2026-02-23T09:38:53Z</dcterms:created>
  <dcterms:modified xsi:type="dcterms:W3CDTF">2026-02-23T09:50:27Z</dcterms:modified>
</cp:coreProperties>
</file>