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73152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ns0:m xmlns:ns0="http://schemas.microsoft.com/office/drawing/2010/main">
              <ns1:oMathPara xmlns:ns1="http://schemas.openxmlformats.org/officeDocument/2006/math">
                <ns1:oMath>
                  <ns1:sSub>
                    <ns1:e>
                      <ns1:r>
                        <ns1:rPr>
                          <ns1:sty ns1:val="p"/>
                        </ns1:rPr>
                        <ns1:t xml:space="preserve">c</ns1:t>
                      </ns1:r>
                    </ns1:e>
                    <ns1:sub>
                      <ns1:r>
                        <ns1:rPr>
                          <ns1:sty ns1:val="p"/>
                        </ns1:rPr>
                        <ns1:t xml:space="preserve">j</ns1:t>
                      </ns1:r>
                    </ns1:sub>
                  </ns1:sSub>
                  <ns1:r>
                    <ns1:rPr>
                      <ns1:sty ns1:val="p"/>
                    </ns1:rPr>
                    <ns1:t xml:space="preserve"> = </ns1:t>
                  </ns1:r>
                  <ns1:r>
                    <ns1:rPr>
                      <ns1:sty ns1:val="p"/>
                    </ns1:rPr>
                    <ns1:t xml:space="preserve">γ</ns1:t>
                  </ns1:r>
                  <ns1:r>
                    <ns1:rPr>
                      <ns1:sty ns1:val="p"/>
                    </ns1:rPr>
                    <ns1:t xml:space="preserve"> · </ns1:t>
                  </ns1:r>
                  <ns1:r>
                    <ns1:rPr>
                      <ns1:sty ns1:val="p"/>
                    </ns1:rPr>
                    <ns1:t xml:space="preserve">PUE(</ns1:t>
                  </ns1:r>
                  <ns1:sSub>
                    <ns1:e>
                      <ns1:r>
                        <ns1:rPr>
                          <ns1:sty ns1:val="p"/>
                        </ns1:rPr>
                        <ns1:t xml:space="preserve">θ</ns1:t>
                      </ns1:r>
                    </ns1:e>
                    <ns1:sub>
                      <ns1:r>
                        <ns1:rPr>
                          <ns1:sty ns1:val="p"/>
                        </ns1:rPr>
                        <ns1:t xml:space="preserve">j</ns1:t>
                      </ns1:r>
                    </ns1:sub>
                  </ns1:sSub>
                  <ns1:r>
                    <ns1:rPr>
                      <ns1:sty ns1:val="p"/>
                    </ns1:rPr>
                    <ns1:t xml:space="preserve">) · </ns1:t>
                  </ns1:r>
                  <ns1:sSubSup>
                    <ns1:e>
                      <ns1:r>
                        <ns1:rPr>
                          <ns1:sty ns1:val="p"/>
                        </ns1:rPr>
                        <ns1:t xml:space="preserve">p</ns1:t>
                      </ns1:r>
                    </ns1:e>
                    <ns1:sub>
                      <ns1:r>
                        <ns1:rPr>
                          <ns1:sty ns1:val="p"/>
                        </ns1:rPr>
                        <ns1:t xml:space="preserve">j</ns1:t>
                      </ns1:r>
                    </ns1:sub>
                    <ns1:sup>
                      <ns1:r>
                        <ns1:rPr>
                          <ns1:sty ns1:val="p"/>
                        </ns1:rPr>
                        <ns1:t xml:space="preserve">E</ns1:t>
                      </ns1:r>
                    </ns1:sup>
                  </ns1:sSubSup>
                  <ns1:r>
                    <ns1:rPr>
                      <ns1:sty ns1:val="p"/>
                    </ns1:rPr>
                    <ns1:t xml:space="preserve"> + </ns1:t>
                  </ns1:r>
                  <ns1:r>
                    <ns1:rPr>
                      <ns1:sty ns1:val="p"/>
                    </ns1:rPr>
                    <ns1:t xml:space="preserve">ρ</ns1:t>
                  </ns1:r>
                  <ns1:r>
                    <ns1:rPr>
                      <ns1:sty ns1:val="p"/>
                    </ns1:rPr>
                    <ns1:t xml:space="preserve"> + </ns1:t>
                  </ns1:r>
                  <ns1:r>
                    <ns1:rPr>
                      <ns1:sty ns1:val="p"/>
                    </ns1:rPr>
                    <ns1:t xml:space="preserve">η</ns1:t>
                  </ns1:r>
                  <ns1:r>
                    <ns1:rPr>
                      <ns1:sty ns1:val="p"/>
                    </ns1:rPr>
                    <ns1:t xml:space="preserve"> + </ns1:t>
                  </ns1:r>
                  <ns1:f>
                    <ns1:num>
                      <ns1:sSub>
                        <ns1:e>
                          <ns1:r>
                            <ns1:rPr>
                              <ns1:sty ns1:val="p"/>
                            </ns1:rPr>
                            <ns1:t xml:space="preserve">κ</ns1:t>
                          </ns1:r>
                        </ns1:e>
                        <ns1:sub>
                          <ns1:r>
                            <ns1:rPr>
                              <ns1:sty ns1:val="p"/>
                            </ns1:rPr>
                            <ns1:t xml:space="preserve">j</ns1:t>
                          </ns1:r>
                        </ns1:sub>
                      </ns1:sSub>
                    </ns1:num>
                    <ns1:den>
                      <ns1:sSub>
                        <ns1:e>
                          <ns1:r>
                            <ns1:rPr>
                              <ns1:sty ns1:val="p"/>
                            </ns1:rPr>
                            <ns1:t xml:space="preserve">L</ns1:t>
                          </ns1:r>
                        </ns1:e>
                        <ns1:sub>
                          <ns1:r>
                            <ns1:rPr>
                              <ns1:sty ns1:val="p"/>
                            </ns1:rPr>
                            <ns1:t xml:space="preserve">f</ns1:t>
                          </ns1:r>
                        </ns1:sub>
                      </ns1:sSub>
                      <ns1:r>
                        <ns1:rPr>
                          <ns1:sty ns1:val="p"/>
                        </ns1:rPr>
                        <ns1:t xml:space="preserve"> · </ns1:t>
                      </ns1:r>
                      <ns1:r>
                        <ns1:rPr>
                          <ns1:sty ns1:val="p"/>
                        </ns1:rPr>
                        <ns1:t xml:space="preserve">H</ns1:t>
                      </ns1:r>
                    </ns1:den>
                  </ns1:f>
                </ns1:oMath>
              </ns1:oMathPara>
            </ns0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